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Calibri"/>
              </a:rPr>
              <a:t>Retrieval, held-out MRR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BM25</c:v>
                  </c:pt>
                  <c:pt idx="1">
                    <c:v>TF-IDF</c:v>
                  </c:pt>
                  <c:pt idx="2">
                    <c:v>MiniLM</c:v>
                  </c:pt>
                  <c:pt idx="3">
                    <c:v>BGE</c:v>
                  </c:pt>
                  <c:pt idx="4">
                    <c:v>Tuned hybrid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0.828</c:v>
                </c:pt>
                <c:pt idx="1">
                  <c:v>0.799</c:v>
                </c:pt>
                <c:pt idx="2">
                  <c:v>0.787</c:v>
                </c:pt>
                <c:pt idx="3">
                  <c:v>0.865</c:v>
                </c:pt>
                <c:pt idx="4">
                  <c:v>0.869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1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Calibri"/>
              </a:rPr>
              <a:t>Answerability, nested CV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Rule</c:v>
                  </c:pt>
                  <c:pt idx="1">
                    <c:v>Tree</c:v>
                  </c:pt>
                  <c:pt idx="2">
                    <c:v>LogReg</c:v>
                  </c:pt>
                  <c:pt idx="3">
                    <c:v>SVM</c:v>
                  </c:pt>
                  <c:pt idx="4">
                    <c:v>k-NN</c:v>
                  </c:pt>
                  <c:pt idx="5">
                    <c:v>Forest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0.8336</c:v>
                </c:pt>
                <c:pt idx="1">
                  <c:v>0.9637</c:v>
                </c:pt>
                <c:pt idx="2">
                  <c:v>0.9881</c:v>
                </c:pt>
                <c:pt idx="3">
                  <c:v>0.991</c:v>
                </c:pt>
                <c:pt idx="4">
                  <c:v>0.9919</c:v>
                </c:pt>
                <c:pt idx="5">
                  <c:v>0.9936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1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retrieval-augmented assistant for AUTOSAR HLD documents (Tata case study CS1). Everything runs locally; all data is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from the case study. The system is advisory: it never approves a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Streamlit UI, FastAPI, PyMuPDF, BGE-small embeddings, ChromaDB, SQLite, scikit-learn model, Docker. Runs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EDA findings: wrapped-underscore artefacts fixed in preprocessing, OCR trigger corrected, class balance, correlated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equal-weight hybrid was worse than BGE alone, so the fusion weight was treated as a hyperparameter. PCA on embeddings lowered retrieval quality, so full 384 dimensions are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model refuses a few answerable paraphrased questions and answers one unanswerable question about a real entity. Test sets are small and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Layout/vocabulary bias is the relevant bias for this data; the intended failure mode is refusal, not a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every module in the left column and the AI-assisted modules too: you are accountable for all of it.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7F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822960"/>
            <a:ext cx="4023360" cy="4023360"/>
          </a:xfrm>
          <a:prstGeom prst="ellipse">
            <a:avLst/>
          </a:prstGeom>
          <a:solidFill>
            <a:srgbClr val="13A89E">
              <a:alpha val="20000"/>
            </a:srgbClr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651760"/>
            <a:ext cx="2377440" cy="2377440"/>
          </a:xfrm>
          <a:prstGeom prst="ellipse">
            <a:avLst/>
          </a:prstGeom>
          <a:solidFill>
            <a:srgbClr val="F4A259">
              <a:alpha val="18000"/>
            </a:srgbClr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CS1  |  AUTOMOTIVE ENGINEERING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AUTOSAR HLD Intelligence &amp; Traceability Platform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analysis of AUTOSAR High-Level Design documents: extraction, cited Q&amp;A, validation and revision comparison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Manoj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CB.SC.U4AIE23211  |  Amrita Vishwa Vidyapeetham</a:t>
            </a:r>
            <a:endParaRPr lang="en-US" sz="14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7F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HLDs are read by hand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472184"/>
            <a:ext cx="420624" cy="42062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unstructured PDFs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interfaces, ports, signals and flows are buried in tables across hundreds of pages.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496312"/>
            <a:ext cx="420624" cy="42062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50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go unnoticed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6426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dependencies, wrong port directions and inconsistent names are found late.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520440"/>
            <a:ext cx="420624" cy="42062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741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hard to judge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66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cannot quickly see what a change touches or compare revisions.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23444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0B2545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807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1783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AUTOSAR architects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engineers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only: a human reviews every finding.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an end-to-end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179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66928" y="13258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PDF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parse text and tables, OCR if scanned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56816" y="1783080"/>
            <a:ext cx="196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35124" y="1234440"/>
            <a:ext cx="15179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244852" y="13258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44852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interfaces, ports, signals, flows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34740" y="1783080"/>
            <a:ext cx="196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13048" y="1234440"/>
            <a:ext cx="15179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22776" y="13258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embeddings in ChromaDB, plus BM25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12664" y="1783080"/>
            <a:ext cx="196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90972" y="1234440"/>
            <a:ext cx="1517904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00700" y="13258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00700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model: answer or refuse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90588" y="1783080"/>
            <a:ext cx="196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68896" y="1234440"/>
            <a:ext cx="15179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278624" y="13258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(Llama 3.2) writes a cited answer; human review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063240"/>
            <a:ext cx="274320" cy="2743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validation rules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730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cross-table consistency with page evidence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42032" y="2926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679192" y="3063240"/>
            <a:ext cx="274320" cy="2743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79192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comparison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679192" y="3730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and change-impact between two HLDs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26864" y="2926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64024" y="3063240"/>
            <a:ext cx="274320" cy="2743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64024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export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764024" y="3730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component reports, JSON and CSV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11696" y="2926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3063240"/>
            <a:ext cx="274320" cy="2743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48856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audit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48856" y="3730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project isolation, audit log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synthetic, split by document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HLDs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development, 3 held-out, sample + revision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1234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33472" y="1325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questions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and unanswerable, balanced 50/50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234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18304" y="1325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cells cleaned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line-wrap artefacts found by EDA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11696" y="1234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03136" y="1325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both sets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between train and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383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synthetic?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HLDs are confidential. Synthetic documents give exact ground truth and seeded defects. </a:t>
            </a:r>
            <a:pPr indent="0" marL="0">
              <a:buNone/>
            </a:pPr>
            <a:r>
              <a:rPr lang="en-US" sz="14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one layout, so results show generalisation across domains, not real-world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models with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1" descr=""/>
          <p:cNvGraphicFramePr/>
          <p:nvPr/>
        </p:nvGraphicFramePr>
        <p:xfrm>
          <a:off x="4754880" y="123444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weight tuned on development documents only. </a:t>
            </a:r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classifier families compared with leave-one-document-out cross-validation; random forest selected.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unseen documents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9525">
            <a:solidFill>
              <a:srgbClr val="1F4A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answerability F1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baseline 0.73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9525">
            <a:solidFill>
              <a:srgbClr val="1F4A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258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 correct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threshold 17%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9525">
            <a:solidFill>
              <a:srgbClr val="1F4A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fixes 0.83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9525">
            <a:solidFill>
              <a:srgbClr val="1F4A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36/36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false findings on clean docs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questions: 89% overall. Local LLM (Llama 3.2): 98% correct when used on 50 questions. Small synthetic sets.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7F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and MLOps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984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page and section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what the document cannot answer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confidence, human accept/reject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only (embeddings and LLM), synthetic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project isolation, audit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reject unfaithful LLM wording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25880"/>
            <a:ext cx="365760" cy="36576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2984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basics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with metadata and dataset hash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log and /version endpoint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with embedding model baked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lint, tests, evaluation, Docker smoke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dependencies, fixed seeds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contribution, limits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ingestion and OCR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chunking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and deduplication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HLD generator and tests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direction and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ML experiments, UI, security and deployment were built with AI assistance (Claude Code) under my direction and review.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0B2545"/>
          </a:solidFill>
          <a:ln w="9525">
            <a:solidFill>
              <a:srgbClr val="DCE7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one layout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 can mix up roles; real scans not tested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HLD layouts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absent attributes in evidence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LLM tests, larger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AUTOSAR HLD Intelligence &amp; Traceability Platform</dc:title>
  <dc:subject>PptxGenJS Presentation</dc:subject>
  <dc:creator>Aishwarya Manoj</dc:creator>
  <cp:lastModifiedBy>Aishwarya Manoj</cp:lastModifiedBy>
  <cp:revision>1</cp:revision>
  <dcterms:created xsi:type="dcterms:W3CDTF">2026-10-12T05:20:37Z</dcterms:created>
  <dcterms:modified xsi:type="dcterms:W3CDTF">2026-10-12T05:20:37Z</dcterms:modified>
</cp:coreProperties>
</file>